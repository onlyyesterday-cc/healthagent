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5018249954524" /><Relationship Type="http://schemas.openxmlformats.org/officeDocument/2006/relationships/extended-properties" Target="/docProps/app.xml" Id="Ra7938829efeb4837" /><Relationship Type="http://schemas.openxmlformats.org/officeDocument/2006/relationships/officeDocument" Target="/ppt/presentation.xml" Id="R731aa034a1f7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5d090686f42d3"/>
  </p:sldMasterIdLst>
  <p:notesMasterIdLst>
    <p:notesMasterId xmlns:r="http://schemas.openxmlformats.org/officeDocument/2006/relationships" r:id="R198c4bf232b04911"/>
  </p:notesMasterIdLst>
  <p:sldIdLst>
    <p:sldId xmlns:r="http://schemas.openxmlformats.org/officeDocument/2006/relationships" id="256" r:id="Rc37c19eab0354a32"/>
    <p:sldId xmlns:r="http://schemas.openxmlformats.org/officeDocument/2006/relationships" id="257" r:id="R118e7c2d56a943eb"/>
    <p:sldId xmlns:r="http://schemas.openxmlformats.org/officeDocument/2006/relationships" id="258" r:id="R42966ff7a80a4b29"/>
    <p:sldId xmlns:r="http://schemas.openxmlformats.org/officeDocument/2006/relationships" id="259" r:id="R167d01abde39439c"/>
    <p:sldId xmlns:r="http://schemas.openxmlformats.org/officeDocument/2006/relationships" id="260" r:id="R9b1d7885948f4dd8"/>
    <p:sldId xmlns:r="http://schemas.openxmlformats.org/officeDocument/2006/relationships" id="261" r:id="R9d6cb02f6c8847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4deca1879649af" /><Relationship Type="http://schemas.openxmlformats.org/officeDocument/2006/relationships/slideMaster" Target="/ppt/slideMasters/slideMaster1.xml" Id="R5405d090686f42d3" /><Relationship Type="http://schemas.openxmlformats.org/officeDocument/2006/relationships/notesMaster" Target="/ppt/notesMasters/notesMaster1.xml" Id="R198c4bf232b04911" /><Relationship Type="http://schemas.openxmlformats.org/officeDocument/2006/relationships/presProps" Target="/ppt/presProps.xml" Id="Rf7f55e3bd38b491d" /><Relationship Type="http://schemas.openxmlformats.org/officeDocument/2006/relationships/tableStyles" Target="/ppt/tableStyles.xml" Id="R39bfbe5023f14395" /><Relationship Type="http://schemas.openxmlformats.org/officeDocument/2006/relationships/slide" Target="/ppt/slides/slide1.xml" Id="Rc37c19eab0354a32" /><Relationship Type="http://schemas.openxmlformats.org/officeDocument/2006/relationships/slide" Target="/ppt/slides/slide2.xml" Id="R118e7c2d56a943eb" /><Relationship Type="http://schemas.openxmlformats.org/officeDocument/2006/relationships/slide" Target="/ppt/slides/slide3.xml" Id="R42966ff7a80a4b29" /><Relationship Type="http://schemas.openxmlformats.org/officeDocument/2006/relationships/slide" Target="/ppt/slides/slide4.xml" Id="R167d01abde39439c" /><Relationship Type="http://schemas.openxmlformats.org/officeDocument/2006/relationships/slide" Target="/ppt/slides/slide5.xml" Id="R9b1d7885948f4dd8" /><Relationship Type="http://schemas.openxmlformats.org/officeDocument/2006/relationships/slide" Target="/ppt/slides/slide6.xml" Id="R9d6cb02f6c8847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58b5cca8dd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579f94eb59458a" /><Relationship Type="http://schemas.openxmlformats.org/officeDocument/2006/relationships/notesMaster" Target="/ppt/notesMasters/notesMaster1.xml" Id="R793caaa7498c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207a5a98044d2" /><Relationship Type="http://schemas.openxmlformats.org/officeDocument/2006/relationships/notesMaster" Target="/ppt/notesMasters/notesMaster1.xml" Id="R459fdaa15ef544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0d62354ce14394" /><Relationship Type="http://schemas.openxmlformats.org/officeDocument/2006/relationships/notesMaster" Target="/ppt/notesMasters/notesMaster1.xml" Id="Rc2adfff2d606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0869c7c24a45a0" /><Relationship Type="http://schemas.openxmlformats.org/officeDocument/2006/relationships/notesMaster" Target="/ppt/notesMasters/notesMaster1.xml" Id="R81876e4d08e6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77de5d7714680" /><Relationship Type="http://schemas.openxmlformats.org/officeDocument/2006/relationships/notesMaster" Target="/ppt/notesMasters/notesMaster1.xml" Id="Rb544282722184d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3f0768f68d402e" /><Relationship Type="http://schemas.openxmlformats.org/officeDocument/2006/relationships/notesMaster" Target="/ppt/notesMasters/notesMaster1.xml" Id="Re167ecac1537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本文件是个人汇报部分，可合并到小组10至12页汇报。依据本目录Word报告与执行日志，个人材料不等于小组已完成。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依据实践作业要求方案2和成员分工。比例为计划，不作为实际工作量已经核实的证明。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来源：AI实践记录_第一批.md。真实截图未伪造，本页文字不是截图替代品。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数据来源：执行结果/20260914_195556_620141/results.xml（10条，5失败）及20260914_195625_295948/results.xml（10条，0失败）。39条回归位于20260914_195629_672959。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来源：缺陷证据/缺陷记录_M2-D01.md及backend/app/core/security.py，数据库异常未纳入凭据校验捕获。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汇报时说明人工复核尚待完成。视频未录制，个人材料不替代另一成员的工作。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2e445163f48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ced741e394edb" /><Relationship Type="http://schemas.openxmlformats.org/officeDocument/2006/relationships/slideLayout" Target="/ppt/slideLayouts/slideLayout1.xml" Id="R6d9cdccb4cbc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9cdccb4cbc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623edd28a48a0" /><Relationship Type="http://schemas.openxmlformats.org/officeDocument/2006/relationships/notesSlide" Target="/ppt/notesSlides/notesSlide1.xml" Id="Rd01a0b16e79442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e62b9ac3d4ecd" /><Relationship Type="http://schemas.openxmlformats.org/officeDocument/2006/relationships/notesSlide" Target="/ppt/notesSlides/notesSlide2.xml" Id="R9c63f8cec4914e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d7b30af974527" /><Relationship Type="http://schemas.openxmlformats.org/officeDocument/2006/relationships/notesSlide" Target="/ppt/notesSlides/notesSlide3.xml" Id="R01edba6c16db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2076b25ac4414" /><Relationship Type="http://schemas.openxmlformats.org/officeDocument/2006/relationships/chart" Target="/ppt/slides/charts/chart1.xml" Id="Rc57381e5f84a484b" /><Relationship Type="http://schemas.openxmlformats.org/officeDocument/2006/relationships/notesSlide" Target="/ppt/notesSlides/notesSlide4.xml" Id="Ra4a31c4bb6bd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660b8d7354321" /><Relationship Type="http://schemas.openxmlformats.org/officeDocument/2006/relationships/notesSlide" Target="/ppt/notesSlides/notesSlide5.xml" Id="R0c123d19136943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ccddd486146d3" /><Relationship Type="http://schemas.openxmlformats.org/officeDocument/2006/relationships/notesSlide" Target="/ppt/notesSlides/notesSlide6.xml" Id="R8e08d895c196496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通过</c:v>
          </c:tx>
          <c:spPr>
            <a:solidFill xmlns:a="http://schemas.openxmlformats.org/drawingml/2006/main">
              <a:srgbClr val="258568"/>
            </a:solidFill>
          </c:spPr>
          <c:cat>
            <c:strRef>
              <c:f>'Chart Data'!$A$2:$A$3</c:f>
              <c:strCache>
                <c:ptCount val="2"/>
                <c:pt idx="0">
                  <c:v>修复前</c:v>
                </c:pt>
                <c:pt idx="1">
                  <c:v>修复后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10</c:v>
                </c:pt>
              </c:numCache>
            </c:numRef>
          </c:val>
        </c:ser>
        <c:ser>
          <c:idx val="1"/>
          <c:order val="1"/>
          <c:tx>
            <c:v>失败</c:v>
          </c:tx>
          <c:spPr>
            <a:solidFill xmlns:a="http://schemas.openxmlformats.org/drawingml/2006/main">
              <a:srgbClr val="C55151"/>
            </a:solidFill>
          </c:spPr>
          <c:cat>
            <c:strRef>
              <c:f>'Chart Data'!$C$2:$C$3</c:f>
              <c:strCache>
                <c:ptCount val="2"/>
                <c:pt idx="0">
                  <c:v>修复前</c:v>
                </c:pt>
                <c:pt idx="1">
                  <c:v>修复后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5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A3715-DD13-45EB-B51D-94829C73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HealthAgent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E9A0A-E81B-4D29-BDD4-6FB003A8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模块二：AI辅助测试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5B957-67F8-418A-938D-04F71A5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个人汇报部分 · 陆京超 · 2026年9月14日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97061-7355-4C50-BD37-6BAAEDC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10条新增用例通过；1项缺陷已修复</a:t>
            </a:r>
          </a:p>
        </p:txBody>
      </p:sp>
    </p:spTree>
    <p:extLst>
      <p:ext uri="{BB962C8B-B14F-4D97-AF65-F5344CB8AC3E}">
        <p14:creationId xmlns:p14="http://schemas.microsoft.com/office/powerpoint/2010/main" val="91692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02EE5-5F37-403F-A6C9-78DB1E00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测试范围与分工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本次检查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认证与刷新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JWT声明格式、缺失、过期和整数边界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英文与中文昵称长度边界，以及清空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不在本次范围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OCR、模型输出、PostgreSQL和并发压力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93C60-6DE6-47AA-997F-199E0028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小组计划各50%；本部分覆盖001至010，另一成员负责011至020。</a:t>
            </a:r>
          </a:p>
        </p:txBody>
      </p:sp>
    </p:spTree>
    <p:extLst>
      <p:ext uri="{BB962C8B-B14F-4D97-AF65-F5344CB8AC3E}">
        <p14:creationId xmlns:p14="http://schemas.microsoft.com/office/powerpoint/2010/main" val="224267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D34AE-90DB-4B12-9A83-1034BD9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AI建议与修正过程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观察与处理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初始建议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非数字sub可能触发int转换异常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超大数字sub也返回500，单抓转换错误不足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最终实现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先校验格式和范围，再查询数据库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本人复核和真实对话截图待补齐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93F24-C039-4E5E-9A9E-FB529C53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上述用例扩展和代码修正由AI辅助完成，不记作学生独立修改。</a:t>
            </a:r>
          </a:p>
        </p:txBody>
      </p:sp>
    </p:spTree>
    <p:extLst>
      <p:ext uri="{BB962C8B-B14F-4D97-AF65-F5344CB8AC3E}">
        <p14:creationId xmlns:p14="http://schemas.microsoft.com/office/powerpoint/2010/main" val="914165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8D3AF-336E-4D25-9221-ABCFCD54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同组10条的修复前后结果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7381e5f84a484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F1B2-FE72-4FF4-9B3E-5EF9784B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39条原测试另行回归通过，不计入模块二新增用例。</a:t>
            </a:r>
          </a:p>
        </p:txBody>
      </p:sp>
    </p:spTree>
    <p:extLst>
      <p:ext uri="{BB962C8B-B14F-4D97-AF65-F5344CB8AC3E}">
        <p14:creationId xmlns:p14="http://schemas.microsoft.com/office/powerpoint/2010/main" val="589261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972EF-93A1-4CA2-8430-289CACAB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M2-D01：JWT业务主体校验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DCE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签名合法，sub缺失、非数字或超出64位整数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鉴权或刷新返回500，预期401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修复后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token_user_id统一校验，异常凭据返回401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适用前提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测试持有隔离签名密钥，不是无密钥认证绕过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A59B9-A822-4F11-86B7-C43B1DDB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修复提交3e2c7e5；5个失败场景合并为1项缺陷，待本人确认关闭。</a:t>
            </a:r>
          </a:p>
        </p:txBody>
      </p:sp>
    </p:spTree>
    <p:extLst>
      <p:ext uri="{BB962C8B-B14F-4D97-AF65-F5344CB8AC3E}">
        <p14:creationId xmlns:p14="http://schemas.microsoft.com/office/powerpoint/2010/main" val="596348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A607A-4A8C-4D6C-A0B5-B0E1A89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AI反思与后续交接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96055-F3FB-4A7A-952A-3E04E32E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B53"/>
                </a:solidFill>
                <a:latin typeface="Microsoft YaHei"/>
                <a:ea typeface="Microsoft YaHei"/>
                <a:cs typeface="Microsoft YaHei"/>
              </a:rPr>
              <a:t>AI的帮助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ACD0-399E-431A-8E6E-6489F849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快速生成边界输入，用执行失败推动修正，并保留前后证据。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A0FD3-BB57-4780-92B5-F9F8F82D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D4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D463B"/>
                </a:solidFill>
                <a:latin typeface="Microsoft YaHei"/>
                <a:ea typeface="Microsoft YaHei"/>
                <a:cs typeface="Microsoft YaHei"/>
              </a:rPr>
              <a:t>不能直接采信的结论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66C00-0876-48EE-B041-F134A84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通过10条不等于系统完整正确；失败数量也不等于缺陷数量。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9DAA5-4242-47C9-B739-2FC0708D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小组仍需完成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153B1-CF22-45FC-A031-9710EA8C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另一成员10条用例、本人复核与真实截图、材料合并和演示视频。</a:t>
            </a:r>
          </a:p>
        </p:txBody>
      </p:sp>
    </p:spTree>
    <p:extLst>
      <p:ext uri="{BB962C8B-B14F-4D97-AF65-F5344CB8AC3E}">
        <p14:creationId xmlns:p14="http://schemas.microsoft.com/office/powerpoint/2010/main" val="685687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2026-09-14T12:26:43.2080000Z</dcterms:created>
  <dcterms:modified xsi:type="dcterms:W3CDTF">2026-09-14T12:26:43.2080000Z</dcterms:modified>
</coreProperties>
</file>